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0D21A-A62C-24CE-DC3B-FD1F9722F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F37F4C-7580-950E-5E30-3605E32A4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A3B54-B1C7-B67F-C0D4-F4811E9AB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27C00-8EF9-6E17-F794-1F40E870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16C03A-0DAB-C706-3A40-DDA8F12BD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148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336FA-F7F9-124F-BD34-4A28932F6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8CD70C-ABBB-FB13-0A19-DDEA4B47B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99E5E-7E54-BA36-ED90-F4670169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8EF75C-6565-D492-5307-1938C4B4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A8E219-7867-6518-2632-EC6BF04DD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542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53E6B-F41B-EC0B-3FE4-C8E0F51C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3F77E6-97AB-F1A2-F090-34D947B8E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EF0D0-67B6-8F8A-8CB4-33CCBE41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FCA813-AF66-7E68-03B3-B05B944F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E2E69-AC94-17C5-23BF-17CDF47C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22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6909A-AFA7-FB7B-82EF-EDACDC4D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3EE28D-2547-77E5-0692-DD3D5DD79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339F43-4F1B-601F-2C5B-7029F6168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1290E2-160F-ADB0-8AF0-E2F14112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2A62DB-BF3F-C7B7-91C5-EAD01267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249FCE-DC3A-674B-827A-32336A09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66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1E475-E728-3A5D-1552-709A4391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3E20B6-1CD3-0404-B8BA-2AEC4CAB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D5978E-E07A-E996-38BE-46CAA26AE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FC8910-57F8-5CE3-6AC2-CA208EE95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6B35F5-AFA9-9A34-5EA8-638ADD9B2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3F2A62B-6764-4BBF-142B-48B1A70E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A42F58-4566-3B87-4222-B55AAC1C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25CEC7-76A7-0AA5-2347-DB4047B8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618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00E7A-F538-CB8E-F28D-DCE32F1F8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70D8A2-B16B-8E87-04C7-3D9ED130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E9A943-BFF9-2EA5-AB40-4D985E6B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8F210C-5ED0-2CD3-2450-186AFC31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12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357CF5-87A0-31B7-105B-71D593840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0CB19F-42A1-55C0-B6E2-6B5DDB14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5925FB-7EEC-2995-4036-C3FB5C57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453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453CB-2BF4-C1B8-E3F3-C86170D6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713B80-21D8-2CC3-E36F-4D6D99CCF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14A83A-16C2-33B0-B85A-E7C92D132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E069D1-C433-B31F-8D75-4A57A8D4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772417-3AB6-1F88-5361-755B742A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E4E5D9-DC25-0F36-E147-8F9BD036B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037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59B43-FA2A-FB73-C421-0C9DFD17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649629-C012-0CE2-F512-E042642DC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CEFAE8-2D28-F8F6-1E56-34AAB5BBB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898EF1-25CA-CDAD-1782-4158233D7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78FA3D-1D45-7A35-61B2-60F78867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19FB98-9F7B-56D5-9BF8-8C9A05BF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46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6E1C5-54DF-65A8-2CBE-76D0E7FC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4E8055-EB27-E538-92E9-36FD3FBAB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2FA4E9-5AFC-1E9E-1C07-467DA14D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843E7-AE4A-685C-E691-ED177EF0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61E85E-9C1C-30E2-2801-716FB722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29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60AA16-0C9D-C047-8646-4CC556F3E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9256A4-B76C-2C1A-B874-D30BB4D09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07D8B-81C4-D393-EB66-47671B41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109A97-8DEA-AB3B-1059-7BED3399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ADA640-F9AE-5B08-2B44-3B8883B0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53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BCE3FB-0601-6C57-6E32-0A7C4662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48A6F5-3062-9046-AB2B-E00ED5B81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BAA6A-EFC8-4D45-02FD-7384AFBF1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A5D3A-AEB1-423A-90DD-B87BF811B05F}" type="datetimeFigureOut">
              <a:rPr lang="ko-KR" altLang="en-US" smtClean="0"/>
              <a:t>2023-11-29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9397DC-5F46-B7EB-16CA-472297E63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F08A36-958A-9982-961D-724A2E20A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E7321-2DC9-4255-AB78-D26BB0024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97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03CF3-5CA0-D343-D2EB-DC0AB7747E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프로그래밍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DF0D19-56D7-F6A5-AA94-4FE95F3A63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202210862 </a:t>
            </a:r>
            <a:r>
              <a:rPr lang="ko-KR" altLang="en-US" dirty="0" err="1"/>
              <a:t>양유나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5565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82E86-2AD5-DFA2-39F1-4624467C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050796-4F5B-3DC9-A7C7-57F0A49BE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회원가입</a:t>
            </a:r>
          </a:p>
        </p:txBody>
      </p:sp>
      <p:pic>
        <p:nvPicPr>
          <p:cNvPr id="8" name="내용 개체 틀 7" descr="텍스트, 전자제품, 스크린샷, 폰트이(가) 표시된 사진&#10;&#10;자동 생성된 설명">
            <a:extLst>
              <a:ext uri="{FF2B5EF4-FFF2-40B4-BE49-F238E27FC236}">
                <a16:creationId xmlns:a16="http://schemas.microsoft.com/office/drawing/2014/main" id="{323F4507-889F-AD9D-9D86-83EFFE2ECB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867" y="2877268"/>
            <a:ext cx="3473629" cy="2940201"/>
          </a:xfr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39B855-949D-77DF-1A1B-B8EEFB0FFA8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번을 누르면 회원을 가입할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Id</a:t>
            </a:r>
            <a:r>
              <a:rPr lang="ko-KR" altLang="en-US" dirty="0"/>
              <a:t>와 비밀번호 이름과 전화번호와 카드번호를 입력을 하면 회원가입이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603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C0C9B-047B-10B0-4960-B176F440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로그인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9D2930-637E-E4D9-66C0-F40BD1F21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로그인</a:t>
            </a:r>
          </a:p>
        </p:txBody>
      </p:sp>
      <p:pic>
        <p:nvPicPr>
          <p:cNvPr id="8" name="내용 개체 틀 7" descr="텍스트, 폰트, 스크린샷, 화이트이(가) 표시된 사진&#10;&#10;자동 생성된 설명">
            <a:extLst>
              <a:ext uri="{FF2B5EF4-FFF2-40B4-BE49-F238E27FC236}">
                <a16:creationId xmlns:a16="http://schemas.microsoft.com/office/drawing/2014/main" id="{74D81DFF-B8C0-17D0-6B9F-C144609F2D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49" y="3221639"/>
            <a:ext cx="5047167" cy="1983259"/>
          </a:xfr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AC5D0E-4E89-10AA-5CC5-2EE19BDBDA7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ko-KR" altLang="en-US" dirty="0"/>
              <a:t>회원가입이 되었으면 본인의 </a:t>
            </a:r>
            <a:r>
              <a:rPr lang="en-US" altLang="ko-KR" dirty="0"/>
              <a:t>id</a:t>
            </a:r>
            <a:r>
              <a:rPr lang="ko-KR" altLang="en-US" dirty="0"/>
              <a:t>와 비밀번호를 입력을 하고 예약을 진행하면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7454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77090-B67F-112A-6AE1-93D1B051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조회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3C8C08-556B-C8CB-0756-02DFFA8F0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조회</a:t>
            </a:r>
          </a:p>
        </p:txBody>
      </p:sp>
      <p:pic>
        <p:nvPicPr>
          <p:cNvPr id="8" name="내용 개체 틀 7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FFBBF7DC-2F48-A84F-4B47-20972581B7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89" y="3821113"/>
            <a:ext cx="4908802" cy="889046"/>
          </a:xfr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65A124-481C-BD54-17FE-1FE07EE7D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9195"/>
            <a:ext cx="5183188" cy="4210468"/>
          </a:xfrm>
        </p:spPr>
        <p:txBody>
          <a:bodyPr/>
          <a:lstStyle/>
          <a:p>
            <a:r>
              <a:rPr lang="ko-KR" altLang="en-US" dirty="0"/>
              <a:t>지금 예약을 할 </a:t>
            </a:r>
            <a:r>
              <a:rPr lang="ko-KR" altLang="en-US" dirty="0" err="1"/>
              <a:t>수있는</a:t>
            </a:r>
            <a:r>
              <a:rPr lang="ko-KR" altLang="en-US" dirty="0"/>
              <a:t> 자동차의 개수가 얼마나 있고 또 자동차의 종류가 얼마나 되는지 등을 조회를 하며 본인이 사용하고 싶은 자동차를 예약을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 만약 자동차를 예약했다면 남은 자동차 수가 감소가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889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EAAFB-8D32-5A5A-B7F5-09D67F36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예약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6A9774-CE48-024A-A753-65A31C5FB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예약</a:t>
            </a:r>
          </a:p>
        </p:txBody>
      </p:sp>
      <p:pic>
        <p:nvPicPr>
          <p:cNvPr id="8" name="내용 개체 틀 7" descr="텍스트, 스크린샷, 폰트, 대수학이(가) 표시된 사진&#10;&#10;자동 생성된 설명">
            <a:extLst>
              <a:ext uri="{FF2B5EF4-FFF2-40B4-BE49-F238E27FC236}">
                <a16:creationId xmlns:a16="http://schemas.microsoft.com/office/drawing/2014/main" id="{39F33936-5D48-9F3A-29F3-7DEADD04ED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81" y="3429000"/>
            <a:ext cx="4858000" cy="1168460"/>
          </a:xfr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AA630C-125F-2687-E674-9703F7B01D4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ko-KR" altLang="en-US" dirty="0"/>
              <a:t>예약 날짜와 기간</a:t>
            </a:r>
            <a:r>
              <a:rPr lang="en-US" altLang="ko-KR" dirty="0"/>
              <a:t>, </a:t>
            </a:r>
            <a:r>
              <a:rPr lang="ko-KR" altLang="en-US" dirty="0"/>
              <a:t>이용인원이 얼마나 되는지를 작성한다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926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7E2EB-6408-0ED4-FD29-9BFAFB640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</a:t>
            </a:r>
            <a:r>
              <a:rPr lang="ko-KR" altLang="en-US" dirty="0"/>
              <a:t>예약정보확인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BD42E6-C26A-5265-21AB-7EC5F18F6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</a:t>
            </a:r>
            <a:r>
              <a:rPr lang="ko-KR" altLang="en-US" dirty="0"/>
              <a:t>예약정보확인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400E9DD-40B3-E984-8C9D-037E96D332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58" y="3425909"/>
            <a:ext cx="5500043" cy="1750928"/>
          </a:xfr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DAF337-6EA2-5320-D3AA-4CAC6029F52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ko-KR" altLang="en-US" dirty="0"/>
              <a:t>예약이 </a:t>
            </a:r>
            <a:r>
              <a:rPr lang="ko-KR" altLang="en-US" dirty="0" err="1"/>
              <a:t>된게</a:t>
            </a:r>
            <a:r>
              <a:rPr lang="ko-KR" altLang="en-US" dirty="0"/>
              <a:t> 맞게 잘 </a:t>
            </a:r>
            <a:r>
              <a:rPr lang="ko-KR" altLang="en-US" dirty="0" err="1"/>
              <a:t>된건지</a:t>
            </a:r>
            <a:r>
              <a:rPr lang="ko-KR" altLang="en-US" dirty="0"/>
              <a:t> 확인을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448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A182F-B5B8-8FAC-0354-BF5E0525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회원정보 수정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2B2603-502F-F304-EA41-0BB3CCD41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회원정보 수정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94D64D2-6D6A-2856-56DC-464B00ED94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4082693"/>
            <a:ext cx="5157787" cy="529351"/>
          </a:xfr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EC27BA-84FD-29E2-4CCC-350DF9F2517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ko-KR" altLang="en-US" dirty="0"/>
              <a:t>만약 회원정보가 잘못 입력이 되었다면 회원정보를 수정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9521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3150E-43FB-3020-2577-B295BFE21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</a:t>
            </a:r>
            <a:r>
              <a:rPr lang="ko-KR" altLang="en-US" dirty="0"/>
              <a:t>회원정보 삭제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247A35-859B-B609-0732-D6B4F9810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7.</a:t>
            </a:r>
            <a:r>
              <a:rPr lang="ko-KR" altLang="en-US" dirty="0"/>
              <a:t>회원정보 삭제</a:t>
            </a:r>
          </a:p>
        </p:txBody>
      </p:sp>
      <p:pic>
        <p:nvPicPr>
          <p:cNvPr id="8" name="내용 개체 틀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0C9E1B32-B436-26EB-B015-875B406616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606" y="3794890"/>
            <a:ext cx="3918151" cy="1104957"/>
          </a:xfr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B96288-48EE-C459-D35D-B58262E58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16951"/>
            <a:ext cx="5183188" cy="3684588"/>
          </a:xfrm>
        </p:spPr>
        <p:txBody>
          <a:bodyPr/>
          <a:lstStyle/>
          <a:p>
            <a:r>
              <a:rPr lang="ko-KR" altLang="en-US" dirty="0"/>
              <a:t>회원정보를 삭제 할 </a:t>
            </a:r>
            <a:r>
              <a:rPr lang="ko-KR" altLang="en-US" dirty="0" err="1"/>
              <a:t>수있다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2195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F4B4A-1540-7AA1-3265-96D53F50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</a:t>
            </a:r>
            <a:r>
              <a:rPr lang="ko-KR" altLang="en-US" dirty="0"/>
              <a:t>종류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9EC6EB-12C2-2ADE-F10C-00629CC9F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8.</a:t>
            </a:r>
            <a:r>
              <a:rPr lang="ko-KR" altLang="en-US" dirty="0"/>
              <a:t>종류</a:t>
            </a:r>
          </a:p>
        </p:txBody>
      </p:sp>
      <p:pic>
        <p:nvPicPr>
          <p:cNvPr id="8" name="내용 개체 틀 7" descr="텍스트, 스크린샷, 폰트, 화이트이(가) 표시된 사진&#10;&#10;자동 생성된 설명">
            <a:extLst>
              <a:ext uri="{FF2B5EF4-FFF2-40B4-BE49-F238E27FC236}">
                <a16:creationId xmlns:a16="http://schemas.microsoft.com/office/drawing/2014/main" id="{79FE12A1-1AEB-4E4C-BBA5-44517844E0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191" y="3985400"/>
            <a:ext cx="4476980" cy="723937"/>
          </a:xfr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A9D73D-5FB6-B0FC-C0FB-AF50021D453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ko-KR" altLang="en-US" dirty="0"/>
              <a:t>프로그램 종류</a:t>
            </a:r>
          </a:p>
        </p:txBody>
      </p:sp>
    </p:spTree>
    <p:extLst>
      <p:ext uri="{BB962C8B-B14F-4D97-AF65-F5344CB8AC3E}">
        <p14:creationId xmlns:p14="http://schemas.microsoft.com/office/powerpoint/2010/main" val="379210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152</Words>
  <Application>Microsoft Office PowerPoint</Application>
  <PresentationFormat>와이드스크린</PresentationFormat>
  <Paragraphs>28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JAVA프로그래밍</vt:lpstr>
      <vt:lpstr>회원가입</vt:lpstr>
      <vt:lpstr>2.로그인</vt:lpstr>
      <vt:lpstr>3.조회</vt:lpstr>
      <vt:lpstr>4.예약</vt:lpstr>
      <vt:lpstr>5.예약정보확인</vt:lpstr>
      <vt:lpstr>6.회원정보 수정</vt:lpstr>
      <vt:lpstr>7.회원정보 삭제</vt:lpstr>
      <vt:lpstr>8.종류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JAVA프로그래밍</dc:title>
  <dc:creator>유나 양</dc:creator>
  <cp:lastModifiedBy>유나 양</cp:lastModifiedBy>
  <cp:revision>4</cp:revision>
  <dcterms:created xsi:type="dcterms:W3CDTF">2023-11-28T13:28:25Z</dcterms:created>
  <dcterms:modified xsi:type="dcterms:W3CDTF">2023-11-29T03:45:14Z</dcterms:modified>
</cp:coreProperties>
</file>